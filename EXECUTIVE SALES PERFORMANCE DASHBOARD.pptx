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522B5-7059-ACFD-29EC-E564DC515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EXECUTIVE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4075F-D815-1FB5-227E-B7C482033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8154" y="5410200"/>
            <a:ext cx="4120587" cy="861420"/>
          </a:xfrm>
        </p:spPr>
        <p:txBody>
          <a:bodyPr/>
          <a:lstStyle/>
          <a:p>
            <a:r>
              <a:rPr lang="en-IN" dirty="0"/>
              <a:t>MUSHIRIFA M</a:t>
            </a:r>
          </a:p>
          <a:p>
            <a:r>
              <a:rPr lang="en-IN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515205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F2EBD-F70B-89BB-0E71-ED54FDFA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74235-2C82-197B-D252-6C0821F2F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To provide a real-time snapshot of sales health and profitability across all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Questions Addressed: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we meeting our sales and profit targets?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regions are underperforming in profit margin?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does seasonality affect our monthly sales trends?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50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0CD25-CB89-7713-B114-26D3DE16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A5460-3DFB-2E61-7FBB-667AB538E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Sales: Gross revenue generated before expenses.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Profit: Net earnings after all costs and discounts.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Orders: Volume of customer transactions processed.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Margin: The efficiency of our sales (Target: &gt;15%).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Note: [Insert a screenshot of just your top 4 KPI cards here]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573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415A-596F-A176-CC9E-3D25B88D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TREND &amp; GEOGRAPHIC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214EB-59C4-DA28-693A-DF00C2483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Monthly Sales Trend: Identifying peak months and year-over-year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by Geography: A map-based view to identify high-density market share.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Insight: Use this to determine where to allocate marketing budget based on regional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16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82BB-17F6-4A52-E569-7812251A4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DIVE: CATEGORIES &amp;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681FB-5336-A2BC-6D11-F67EE8646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vs. Profit (Scatter Plot): Identify "Outlier" products that have high sales but low (or negative)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 by Category: Comparing Technology, Office Supplies, and Furniture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Action Item: Review "Furniture" category if profit margins remain below the corporate average.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74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0AF4-7C83-B954-5A5E-29517DBA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C07E8-A372-D837-6CEA-D4FBF6934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Financial Health: Current performance shows a healthy 15.29% Profit Margin, driven largely by the Technology category.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Regional Focus: High-volume sales are concentrated in the East and West, but the Central region requires a review of operating costs to improve its contribution to total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Growth Trend: The monthly sales trend shows steady upward momentum; we should ensure inventory levels are prepared for the projected peaks in the coming quarter.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475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7C45-E762-767D-B9AD-E51A777F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878" y="2900515"/>
            <a:ext cx="3303638" cy="83069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28202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305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EXECUTIVE SALES PERFORMANCE DASHBOARD</vt:lpstr>
      <vt:lpstr>DASHBOARD OBJECTIVES</vt:lpstr>
      <vt:lpstr>KPI DEFINITION</vt:lpstr>
      <vt:lpstr>TREND &amp; GEOGRAPHIC ANALYSIS</vt:lpstr>
      <vt:lpstr>DEEP DIVE: CATEGORIES &amp; EFFICIENCY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muzrifa2@gmail.com</dc:creator>
  <cp:lastModifiedBy>muzrifa2@gmail.com</cp:lastModifiedBy>
  <cp:revision>1</cp:revision>
  <dcterms:created xsi:type="dcterms:W3CDTF">2026-01-05T03:38:15Z</dcterms:created>
  <dcterms:modified xsi:type="dcterms:W3CDTF">2026-01-05T03:56:06Z</dcterms:modified>
</cp:coreProperties>
</file>